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603A"/>
    <a:srgbClr val="231938"/>
    <a:srgbClr val="211A36"/>
    <a:srgbClr val="4A022B"/>
    <a:srgbClr val="29123A"/>
    <a:srgbClr val="3E1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7F57D-8F6C-445A-8F63-1A9286ECD4B5}" v="119" dt="2026-02-23T21:16:27.306"/>
    <p1510:client id="{38B66121-07B3-4564-85D2-D2FD15647487}" v="2" dt="2026-02-24T15:39:29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Bajaj" userId="48089c43cf26c67d" providerId="LiveId" clId="{40737C44-AAF3-4033-B933-19F2E121A2F4}"/>
    <pc:docChg chg="undo custSel addSld modSld">
      <pc:chgData name="Krishna Bajaj" userId="48089c43cf26c67d" providerId="LiveId" clId="{40737C44-AAF3-4033-B933-19F2E121A2F4}" dt="2026-02-24T16:38:06.838" v="1294" actId="1076"/>
      <pc:docMkLst>
        <pc:docMk/>
      </pc:docMkLst>
      <pc:sldChg chg="addSp delSp modSp new mod modTransition">
        <pc:chgData name="Krishna Bajaj" userId="48089c43cf26c67d" providerId="LiveId" clId="{40737C44-AAF3-4033-B933-19F2E121A2F4}" dt="2026-02-23T21:15:01.284" v="1272" actId="11530"/>
        <pc:sldMkLst>
          <pc:docMk/>
          <pc:sldMk cId="809468977" sldId="256"/>
        </pc:sldMkLst>
        <pc:spChg chg="add mod">
          <ac:chgData name="Krishna Bajaj" userId="48089c43cf26c67d" providerId="LiveId" clId="{40737C44-AAF3-4033-B933-19F2E121A2F4}" dt="2026-02-23T19:11:54.006" v="1231" actId="1076"/>
          <ac:spMkLst>
            <pc:docMk/>
            <pc:sldMk cId="809468977" sldId="256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4:48.435" v="1270" actId="11530"/>
          <ac:spMkLst>
            <pc:docMk/>
            <pc:sldMk cId="809468977" sldId="256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2:36:50.393" v="739" actId="1076"/>
          <ac:spMkLst>
            <pc:docMk/>
            <pc:sldMk cId="809468977" sldId="256"/>
            <ac:spMk id="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4:55.900" v="1271" actId="11530"/>
          <ac:spMkLst>
            <pc:docMk/>
            <pc:sldMk cId="809468977" sldId="256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8:21:38.051" v="540" actId="1076"/>
          <ac:spMkLst>
            <pc:docMk/>
            <pc:sldMk cId="809468977" sldId="256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5:01.284" v="1272" actId="11530"/>
          <ac:spMkLst>
            <pc:docMk/>
            <pc:sldMk cId="809468977" sldId="256"/>
            <ac:spMk id="12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8:21:23.579" v="537" actId="1076"/>
          <ac:spMkLst>
            <pc:docMk/>
            <pc:sldMk cId="809468977" sldId="256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7:32:22.435" v="1062" actId="2"/>
          <ac:spMkLst>
            <pc:docMk/>
            <pc:sldMk cId="809468977" sldId="256"/>
            <ac:spMk id="1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49:05.785" v="435" actId="2711"/>
          <ac:spMkLst>
            <pc:docMk/>
            <pc:sldMk cId="809468977" sldId="256"/>
            <ac:spMk id="15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9:11:44.975" v="1229" actId="1076"/>
          <ac:spMkLst>
            <pc:docMk/>
            <pc:sldMk cId="809468977" sldId="256"/>
            <ac:spMk id="16" creationId="{F4C26246-0FC6-2437-CFA9-C7D83A73038B}"/>
          </ac:spMkLst>
        </pc:spChg>
        <pc:picChg chg="add mod ord">
          <ac:chgData name="Krishna Bajaj" userId="48089c43cf26c67d" providerId="LiveId" clId="{40737C44-AAF3-4033-B933-19F2E121A2F4}" dt="2026-02-23T12:09:21.525" v="709" actId="1076"/>
          <ac:picMkLst>
            <pc:docMk/>
            <pc:sldMk cId="809468977" sldId="256"/>
            <ac:picMk id="2" creationId="{B90610F6-3431-E361-68EA-E5E94256C601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4T16:37:56.639" v="1293" actId="1076"/>
        <pc:sldMkLst>
          <pc:docMk/>
          <pc:sldMk cId="3734275216" sldId="257"/>
        </pc:sldMkLst>
        <pc:spChg chg="add mod">
          <ac:chgData name="Krishna Bajaj" userId="48089c43cf26c67d" providerId="LiveId" clId="{40737C44-AAF3-4033-B933-19F2E121A2F4}" dt="2026-02-23T19:12:15.881" v="1232" actId="1076"/>
          <ac:spMkLst>
            <pc:docMk/>
            <pc:sldMk cId="3734275216" sldId="257"/>
            <ac:spMk id="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4:35.954" v="1268" actId="11530"/>
          <ac:spMkLst>
            <pc:docMk/>
            <pc:sldMk cId="3734275216" sldId="257"/>
            <ac:spMk id="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49:14.579" v="437" actId="2711"/>
          <ac:spMkLst>
            <pc:docMk/>
            <pc:sldMk cId="3734275216" sldId="257"/>
            <ac:spMk id="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49:30.908" v="440" actId="255"/>
          <ac:spMkLst>
            <pc:docMk/>
            <pc:sldMk cId="3734275216" sldId="257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4:28.892" v="1267" actId="11530"/>
          <ac:spMkLst>
            <pc:docMk/>
            <pc:sldMk cId="3734275216" sldId="257"/>
            <ac:spMk id="8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2:06.623" v="1261" actId="1076"/>
          <ac:spMkLst>
            <pc:docMk/>
            <pc:sldMk cId="3734275216" sldId="257"/>
            <ac:spMk id="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2:00.651" v="1260" actId="1076"/>
          <ac:spMkLst>
            <pc:docMk/>
            <pc:sldMk cId="3734275216" sldId="257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4T16:37:53.289" v="1292" actId="14100"/>
          <ac:spMkLst>
            <pc:docMk/>
            <pc:sldMk cId="3734275216" sldId="257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4T16:37:56.639" v="1293" actId="1076"/>
          <ac:spMkLst>
            <pc:docMk/>
            <pc:sldMk cId="3734275216" sldId="257"/>
            <ac:spMk id="12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2:27.040" v="1264" actId="1076"/>
          <ac:spMkLst>
            <pc:docMk/>
            <pc:sldMk cId="3734275216" sldId="257"/>
            <ac:spMk id="13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2:05:00.523" v="686" actId="207"/>
          <ac:spMkLst>
            <pc:docMk/>
            <pc:sldMk cId="3734275216" sldId="257"/>
            <ac:spMk id="16" creationId="{79594F0D-2241-89D6-67AB-B81E1FECC2F1}"/>
          </ac:spMkLst>
        </pc:spChg>
      </pc:sldChg>
      <pc:sldChg chg="addSp delSp modSp new mod modTransition">
        <pc:chgData name="Krishna Bajaj" userId="48089c43cf26c67d" providerId="LiveId" clId="{40737C44-AAF3-4033-B933-19F2E121A2F4}" dt="2026-02-24T16:38:06.838" v="1294" actId="1076"/>
        <pc:sldMkLst>
          <pc:docMk/>
          <pc:sldMk cId="2611628015" sldId="258"/>
        </pc:sldMkLst>
        <pc:spChg chg="add mod">
          <ac:chgData name="Krishna Bajaj" userId="48089c43cf26c67d" providerId="LiveId" clId="{40737C44-AAF3-4033-B933-19F2E121A2F4}" dt="2026-02-23T17:50:10.503" v="1132" actId="207"/>
          <ac:spMkLst>
            <pc:docMk/>
            <pc:sldMk cId="2611628015" sldId="258"/>
            <ac:spMk id="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5:10.757" v="1273" actId="11530"/>
          <ac:spMkLst>
            <pc:docMk/>
            <pc:sldMk cId="2611628015" sldId="258"/>
            <ac:spMk id="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9:12:23.685" v="1233" actId="1076"/>
          <ac:spMkLst>
            <pc:docMk/>
            <pc:sldMk cId="2611628015" sldId="258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19.373" v="444" actId="1076"/>
          <ac:spMkLst>
            <pc:docMk/>
            <pc:sldMk cId="2611628015" sldId="258"/>
            <ac:spMk id="8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5:16.005" v="1274" actId="11530"/>
          <ac:spMkLst>
            <pc:docMk/>
            <pc:sldMk cId="2611628015" sldId="258"/>
            <ac:spMk id="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9:11:28.441" v="1226" actId="1076"/>
          <ac:spMkLst>
            <pc:docMk/>
            <pc:sldMk cId="2611628015" sldId="258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07.034" v="443" actId="2711"/>
          <ac:spMkLst>
            <pc:docMk/>
            <pc:sldMk cId="2611628015" sldId="258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5:21.162" v="1275" actId="11530"/>
          <ac:spMkLst>
            <pc:docMk/>
            <pc:sldMk cId="2611628015" sldId="258"/>
            <ac:spMk id="12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07.034" v="443" actId="2711"/>
          <ac:spMkLst>
            <pc:docMk/>
            <pc:sldMk cId="2611628015" sldId="258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4T16:38:06.838" v="1294" actId="1076"/>
          <ac:spMkLst>
            <pc:docMk/>
            <pc:sldMk cId="2611628015" sldId="258"/>
            <ac:spMk id="14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4T16:28:46.246" v="1291" actId="14100"/>
          <ac:spMkLst>
            <pc:docMk/>
            <pc:sldMk cId="2611628015" sldId="258"/>
            <ac:spMk id="16" creationId="{78A70740-D007-A2A7-98F9-1582C97BD0D1}"/>
          </ac:spMkLst>
        </pc:spChg>
        <pc:picChg chg="add mod">
          <ac:chgData name="Krishna Bajaj" userId="48089c43cf26c67d" providerId="LiveId" clId="{40737C44-AAF3-4033-B933-19F2E121A2F4}" dt="2026-02-22T17:38:31.191" v="411" actId="14100"/>
          <ac:picMkLst>
            <pc:docMk/>
            <pc:sldMk cId="2611628015" sldId="258"/>
            <ac:picMk id="18" creationId="{153C1860-3E98-B8AA-FF72-0D5B5FE1FB4A}"/>
          </ac:picMkLst>
        </pc:picChg>
        <pc:picChg chg="add mod">
          <ac:chgData name="Krishna Bajaj" userId="48089c43cf26c67d" providerId="LiveId" clId="{40737C44-AAF3-4033-B933-19F2E121A2F4}" dt="2026-02-22T17:37:26.673" v="397" actId="1076"/>
          <ac:picMkLst>
            <pc:docMk/>
            <pc:sldMk cId="2611628015" sldId="258"/>
            <ac:picMk id="20" creationId="{20490869-A677-D6D0-2E6B-CDBDF29E5102}"/>
          </ac:picMkLst>
        </pc:picChg>
        <pc:picChg chg="add mod">
          <ac:chgData name="Krishna Bajaj" userId="48089c43cf26c67d" providerId="LiveId" clId="{40737C44-AAF3-4033-B933-19F2E121A2F4}" dt="2026-02-22T17:38:24.569" v="409" actId="1076"/>
          <ac:picMkLst>
            <pc:docMk/>
            <pc:sldMk cId="2611628015" sldId="258"/>
            <ac:picMk id="22" creationId="{C555B2ED-75F5-B40C-842C-8C5C0F33622A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4T14:49:25.200" v="1287" actId="20577"/>
        <pc:sldMkLst>
          <pc:docMk/>
          <pc:sldMk cId="3462911516" sldId="259"/>
        </pc:sldMkLst>
        <pc:spChg chg="mod">
          <ac:chgData name="Krishna Bajaj" userId="48089c43cf26c67d" providerId="LiveId" clId="{40737C44-AAF3-4033-B933-19F2E121A2F4}" dt="2026-02-23T19:13:12.566" v="1234" actId="1076"/>
          <ac:spMkLst>
            <pc:docMk/>
            <pc:sldMk cId="3462911516" sldId="259"/>
            <ac:spMk id="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5:28.799" v="1276" actId="11530"/>
          <ac:spMkLst>
            <pc:docMk/>
            <pc:sldMk cId="3462911516" sldId="259"/>
            <ac:spMk id="5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5:39.831" v="1277" actId="1076"/>
          <ac:spMkLst>
            <pc:docMk/>
            <pc:sldMk cId="3462911516" sldId="259"/>
            <ac:spMk id="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5:45.506" v="1278" actId="1076"/>
          <ac:spMkLst>
            <pc:docMk/>
            <pc:sldMk cId="3462911516" sldId="259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3:18.606" v="1266" actId="20577"/>
          <ac:spMkLst>
            <pc:docMk/>
            <pc:sldMk cId="3462911516" sldId="259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39.027" v="446" actId="2711"/>
          <ac:spMkLst>
            <pc:docMk/>
            <pc:sldMk cId="3462911516" sldId="259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39.027" v="446" actId="2711"/>
          <ac:spMkLst>
            <pc:docMk/>
            <pc:sldMk cId="3462911516" sldId="259"/>
            <ac:spMk id="12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39.027" v="446" actId="2711"/>
          <ac:spMkLst>
            <pc:docMk/>
            <pc:sldMk cId="3462911516" sldId="259"/>
            <ac:spMk id="1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39.027" v="446" actId="2711"/>
          <ac:spMkLst>
            <pc:docMk/>
            <pc:sldMk cId="3462911516" sldId="259"/>
            <ac:spMk id="1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0:39.027" v="446" actId="2711"/>
          <ac:spMkLst>
            <pc:docMk/>
            <pc:sldMk cId="3462911516" sldId="259"/>
            <ac:spMk id="1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2:46:13.156" v="843" actId="20577"/>
          <ac:spMkLst>
            <pc:docMk/>
            <pc:sldMk cId="3462911516" sldId="259"/>
            <ac:spMk id="20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4T14:49:25.200" v="1287" actId="20577"/>
          <ac:spMkLst>
            <pc:docMk/>
            <pc:sldMk cId="3462911516" sldId="259"/>
            <ac:spMk id="24" creationId="{B694226D-D1BB-5007-CCF7-B7B0C2CBBF3C}"/>
          </ac:spMkLst>
        </pc:spChg>
        <pc:picChg chg="mod">
          <ac:chgData name="Krishna Bajaj" userId="48089c43cf26c67d" providerId="LiveId" clId="{40737C44-AAF3-4033-B933-19F2E121A2F4}" dt="2026-02-22T18:34:55.797" v="548" actId="14100"/>
          <ac:picMkLst>
            <pc:docMk/>
            <pc:sldMk cId="3462911516" sldId="259"/>
            <ac:picMk id="9" creationId="{00000000-0000-0000-0000-000000000000}"/>
          </ac:picMkLst>
        </pc:picChg>
        <pc:picChg chg="mod">
          <ac:chgData name="Krishna Bajaj" userId="48089c43cf26c67d" providerId="LiveId" clId="{40737C44-AAF3-4033-B933-19F2E121A2F4}" dt="2026-02-22T18:35:03.202" v="549" actId="14100"/>
          <ac:picMkLst>
            <pc:docMk/>
            <pc:sldMk cId="3462911516" sldId="259"/>
            <ac:picMk id="13" creationId="{00000000-0000-0000-0000-000000000000}"/>
          </ac:picMkLst>
        </pc:picChg>
        <pc:picChg chg="mod">
          <ac:chgData name="Krishna Bajaj" userId="48089c43cf26c67d" providerId="LiveId" clId="{40737C44-AAF3-4033-B933-19F2E121A2F4}" dt="2026-02-22T18:35:06.465" v="550" actId="14100"/>
          <ac:picMkLst>
            <pc:docMk/>
            <pc:sldMk cId="3462911516" sldId="259"/>
            <ac:picMk id="17" creationId="{00000000-0000-0000-0000-000000000000}"/>
          </ac:picMkLst>
        </pc:picChg>
        <pc:picChg chg="add mod">
          <ac:chgData name="Krishna Bajaj" userId="48089c43cf26c67d" providerId="LiveId" clId="{40737C44-AAF3-4033-B933-19F2E121A2F4}" dt="2026-02-22T18:19:11.003" v="533" actId="1076"/>
          <ac:picMkLst>
            <pc:docMk/>
            <pc:sldMk cId="3462911516" sldId="259"/>
            <ac:picMk id="26" creationId="{AE210733-1617-3A22-E77F-4D5A86E46900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3T17:50:19.202" v="1134" actId="207"/>
        <pc:sldMkLst>
          <pc:docMk/>
          <pc:sldMk cId="994214202" sldId="260"/>
        </pc:sldMkLst>
        <pc:spChg chg="add mod">
          <ac:chgData name="Krishna Bajaj" userId="48089c43cf26c67d" providerId="LiveId" clId="{40737C44-AAF3-4033-B933-19F2E121A2F4}" dt="2026-02-23T17:50:19.202" v="1134" actId="207"/>
          <ac:spMkLst>
            <pc:docMk/>
            <pc:sldMk cId="994214202" sldId="260"/>
            <ac:spMk id="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2:56.177" v="479" actId="2711"/>
          <ac:spMkLst>
            <pc:docMk/>
            <pc:sldMk cId="994214202" sldId="260"/>
            <ac:spMk id="1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4:47:53.389" v="958" actId="20577"/>
          <ac:spMkLst>
            <pc:docMk/>
            <pc:sldMk cId="994214202" sldId="260"/>
            <ac:spMk id="1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20:29.312" v="81" actId="1076"/>
          <ac:spMkLst>
            <pc:docMk/>
            <pc:sldMk cId="994214202" sldId="260"/>
            <ac:spMk id="1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3:07.214" v="484" actId="20577"/>
          <ac:spMkLst>
            <pc:docMk/>
            <pc:sldMk cId="994214202" sldId="260"/>
            <ac:spMk id="18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2:04:36.435" v="683" actId="207"/>
          <ac:spMkLst>
            <pc:docMk/>
            <pc:sldMk cId="994214202" sldId="260"/>
            <ac:spMk id="19" creationId="{45A145D0-858A-03C8-C913-3FE74CCACAD9}"/>
          </ac:spMkLst>
        </pc:spChg>
        <pc:picChg chg="mod">
          <ac:chgData name="Krishna Bajaj" userId="48089c43cf26c67d" providerId="LiveId" clId="{40737C44-AAF3-4033-B933-19F2E121A2F4}" dt="2026-02-22T18:20:04.559" v="534" actId="14826"/>
          <ac:picMkLst>
            <pc:docMk/>
            <pc:sldMk cId="994214202" sldId="260"/>
            <ac:picMk id="4" creationId="{00000000-0000-0000-0000-000000000000}"/>
          </ac:picMkLst>
        </pc:picChg>
        <pc:picChg chg="mod">
          <ac:chgData name="Krishna Bajaj" userId="48089c43cf26c67d" providerId="LiveId" clId="{40737C44-AAF3-4033-B933-19F2E121A2F4}" dt="2026-02-22T18:43:13.755" v="600" actId="207"/>
          <ac:picMkLst>
            <pc:docMk/>
            <pc:sldMk cId="994214202" sldId="260"/>
            <ac:picMk id="6" creationId="{00000000-0000-0000-0000-000000000000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3T19:13:29.693" v="1235" actId="1076"/>
        <pc:sldMkLst>
          <pc:docMk/>
          <pc:sldMk cId="1108360889" sldId="261"/>
        </pc:sldMkLst>
        <pc:spChg chg="add mod">
          <ac:chgData name="Krishna Bajaj" userId="48089c43cf26c67d" providerId="LiveId" clId="{40737C44-AAF3-4033-B933-19F2E121A2F4}" dt="2026-02-23T19:13:29.693" v="1235" actId="1076"/>
          <ac:spMkLst>
            <pc:docMk/>
            <pc:sldMk cId="1108360889" sldId="261"/>
            <ac:spMk id="23" creationId="{A71A0A16-0426-D97C-BC59-1CBCC2E36FA1}"/>
          </ac:spMkLst>
        </pc:spChg>
        <pc:spChg chg="mod">
          <ac:chgData name="Krishna Bajaj" userId="48089c43cf26c67d" providerId="LiveId" clId="{40737C44-AAF3-4033-B933-19F2E121A2F4}" dt="2026-02-23T17:50:34.626" v="1138" actId="207"/>
          <ac:spMkLst>
            <pc:docMk/>
            <pc:sldMk cId="1108360889" sldId="261"/>
            <ac:spMk id="24" creationId="{FF6A3BDD-9A14-77A9-AEC6-2273183B9FD2}"/>
          </ac:spMkLst>
        </pc:spChg>
        <pc:spChg chg="mod">
          <ac:chgData name="Krishna Bajaj" userId="48089c43cf26c67d" providerId="LiveId" clId="{40737C44-AAF3-4033-B933-19F2E121A2F4}" dt="2026-02-23T16:25:02.026" v="999" actId="20577"/>
          <ac:spMkLst>
            <pc:docMk/>
            <pc:sldMk cId="1108360889" sldId="261"/>
            <ac:spMk id="25" creationId="{9ECB42AF-89FB-DAE5-DA9E-61E781DCF4DA}"/>
          </ac:spMkLst>
        </pc:spChg>
        <pc:spChg chg="mod">
          <ac:chgData name="Krishna Bajaj" userId="48089c43cf26c67d" providerId="LiveId" clId="{40737C44-AAF3-4033-B933-19F2E121A2F4}" dt="2026-02-22T18:47:08.652" v="629" actId="1076"/>
          <ac:spMkLst>
            <pc:docMk/>
            <pc:sldMk cId="1108360889" sldId="261"/>
            <ac:spMk id="26" creationId="{25BAAF28-5565-F011-8DCB-22BA1C68057F}"/>
          </ac:spMkLst>
        </pc:spChg>
        <pc:spChg chg="add mod">
          <ac:chgData name="Krishna Bajaj" userId="48089c43cf26c67d" providerId="LiveId" clId="{40737C44-AAF3-4033-B933-19F2E121A2F4}" dt="2026-02-22T18:43:23.492" v="601" actId="207"/>
          <ac:spMkLst>
            <pc:docMk/>
            <pc:sldMk cId="1108360889" sldId="261"/>
            <ac:spMk id="28" creationId="{805BD546-D307-919E-BDA3-0C3F2AF16E67}"/>
          </ac:spMkLst>
        </pc:spChg>
        <pc:spChg chg="add mod">
          <ac:chgData name="Krishna Bajaj" userId="48089c43cf26c67d" providerId="LiveId" clId="{40737C44-AAF3-4033-B933-19F2E121A2F4}" dt="2026-02-23T12:07:42.391" v="690" actId="1076"/>
          <ac:spMkLst>
            <pc:docMk/>
            <pc:sldMk cId="1108360889" sldId="261"/>
            <ac:spMk id="30" creationId="{BD11930E-7EB5-5F7D-F977-A55EE9B442FB}"/>
          </ac:spMkLst>
        </pc:spChg>
        <pc:spChg chg="add mod">
          <ac:chgData name="Krishna Bajaj" userId="48089c43cf26c67d" providerId="LiveId" clId="{40737C44-AAF3-4033-B933-19F2E121A2F4}" dt="2026-02-22T18:00:56.626" v="500" actId="1076"/>
          <ac:spMkLst>
            <pc:docMk/>
            <pc:sldMk cId="1108360889" sldId="261"/>
            <ac:spMk id="31" creationId="{91D9CB04-046C-FA42-0340-93B8950925F1}"/>
          </ac:spMkLst>
        </pc:spChg>
        <pc:spChg chg="add mod">
          <ac:chgData name="Krishna Bajaj" userId="48089c43cf26c67d" providerId="LiveId" clId="{40737C44-AAF3-4033-B933-19F2E121A2F4}" dt="2026-02-22T18:43:27.737" v="602" actId="207"/>
          <ac:spMkLst>
            <pc:docMk/>
            <pc:sldMk cId="1108360889" sldId="261"/>
            <ac:spMk id="32" creationId="{6D783B04-0E3C-05D5-0F07-4AD35BF47D00}"/>
          </ac:spMkLst>
        </pc:spChg>
        <pc:spChg chg="add mod">
          <ac:chgData name="Krishna Bajaj" userId="48089c43cf26c67d" providerId="LiveId" clId="{40737C44-AAF3-4033-B933-19F2E121A2F4}" dt="2026-02-22T17:48:55.202" v="434" actId="2711"/>
          <ac:spMkLst>
            <pc:docMk/>
            <pc:sldMk cId="1108360889" sldId="261"/>
            <ac:spMk id="34" creationId="{2A524DA2-1B48-3B05-5D10-8FB668F99F09}"/>
          </ac:spMkLst>
        </pc:spChg>
        <pc:spChg chg="add mod">
          <ac:chgData name="Krishna Bajaj" userId="48089c43cf26c67d" providerId="LiveId" clId="{40737C44-AAF3-4033-B933-19F2E121A2F4}" dt="2026-02-23T14:49:03.813" v="960" actId="20577"/>
          <ac:spMkLst>
            <pc:docMk/>
            <pc:sldMk cId="1108360889" sldId="261"/>
            <ac:spMk id="35" creationId="{86F92A65-AA6B-61DA-B455-379C453C43AB}"/>
          </ac:spMkLst>
        </pc:spChg>
        <pc:spChg chg="mod">
          <ac:chgData name="Krishna Bajaj" userId="48089c43cf26c67d" providerId="LiveId" clId="{40737C44-AAF3-4033-B933-19F2E121A2F4}" dt="2026-02-22T18:43:30.267" v="603" actId="207"/>
          <ac:spMkLst>
            <pc:docMk/>
            <pc:sldMk cId="1108360889" sldId="261"/>
            <ac:spMk id="36" creationId="{68B370AC-BCCF-8A87-4E8F-9608C4A411F4}"/>
          </ac:spMkLst>
        </pc:spChg>
        <pc:spChg chg="add mod">
          <ac:chgData name="Krishna Bajaj" userId="48089c43cf26c67d" providerId="LiveId" clId="{40737C44-AAF3-4033-B933-19F2E121A2F4}" dt="2026-02-22T17:48:55.202" v="434" actId="2711"/>
          <ac:spMkLst>
            <pc:docMk/>
            <pc:sldMk cId="1108360889" sldId="261"/>
            <ac:spMk id="38" creationId="{3BA309CC-EDB4-FF65-F613-6EDE29B8FD0B}"/>
          </ac:spMkLst>
        </pc:spChg>
        <pc:spChg chg="add mod">
          <ac:chgData name="Krishna Bajaj" userId="48089c43cf26c67d" providerId="LiveId" clId="{40737C44-AAF3-4033-B933-19F2E121A2F4}" dt="2026-02-22T17:48:55.202" v="434" actId="2711"/>
          <ac:spMkLst>
            <pc:docMk/>
            <pc:sldMk cId="1108360889" sldId="261"/>
            <ac:spMk id="39" creationId="{E64C512A-E5ED-F211-F87A-D56EEF5E9332}"/>
          </ac:spMkLst>
        </pc:spChg>
        <pc:spChg chg="add mod ord">
          <ac:chgData name="Krishna Bajaj" userId="48089c43cf26c67d" providerId="LiveId" clId="{40737C44-AAF3-4033-B933-19F2E121A2F4}" dt="2026-02-23T17:50:29.286" v="1137" actId="1076"/>
          <ac:spMkLst>
            <pc:docMk/>
            <pc:sldMk cId="1108360889" sldId="261"/>
            <ac:spMk id="42" creationId="{115FA654-F959-A9A2-467B-12E2302E0810}"/>
          </ac:spMkLst>
        </pc:spChg>
        <pc:picChg chg="mod">
          <ac:chgData name="Krishna Bajaj" userId="48089c43cf26c67d" providerId="LiveId" clId="{40737C44-AAF3-4033-B933-19F2E121A2F4}" dt="2026-02-22T18:02:09.133" v="501" actId="14826"/>
          <ac:picMkLst>
            <pc:docMk/>
            <pc:sldMk cId="1108360889" sldId="261"/>
            <ac:picMk id="27" creationId="{D8C6CAB5-08E9-9C5D-2796-9AAED7CF0FBB}"/>
          </ac:picMkLst>
        </pc:picChg>
        <pc:picChg chg="mod">
          <ac:chgData name="Krishna Bajaj" userId="48089c43cf26c67d" providerId="LiveId" clId="{40737C44-AAF3-4033-B933-19F2E121A2F4}" dt="2026-02-22T18:36:56.275" v="560" actId="1076"/>
          <ac:picMkLst>
            <pc:docMk/>
            <pc:sldMk cId="1108360889" sldId="261"/>
            <ac:picMk id="33" creationId="{D14E6C10-4679-13C9-2282-AAEEA05F7922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3T17:50:47.414" v="1141" actId="207"/>
        <pc:sldMkLst>
          <pc:docMk/>
          <pc:sldMk cId="947592798" sldId="262"/>
        </pc:sldMkLst>
        <pc:spChg chg="add mod">
          <ac:chgData name="Krishna Bajaj" userId="48089c43cf26c67d" providerId="LiveId" clId="{40737C44-AAF3-4033-B933-19F2E121A2F4}" dt="2026-02-23T14:55:27.121" v="973" actId="1076"/>
          <ac:spMkLst>
            <pc:docMk/>
            <pc:sldMk cId="947592798" sldId="262"/>
            <ac:spMk id="2" creationId="{896E0862-277F-B779-C4B8-D820601B4012}"/>
          </ac:spMkLst>
        </pc:spChg>
        <pc:spChg chg="add mod">
          <ac:chgData name="Krishna Bajaj" userId="48089c43cf26c67d" providerId="LiveId" clId="{40737C44-AAF3-4033-B933-19F2E121A2F4}" dt="2026-02-23T17:50:39.285" v="1139" actId="207"/>
          <ac:spMkLst>
            <pc:docMk/>
            <pc:sldMk cId="947592798" sldId="262"/>
            <ac:spMk id="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8:37:11.803" v="565" actId="20577"/>
          <ac:spMkLst>
            <pc:docMk/>
            <pc:sldMk cId="947592798" sldId="262"/>
            <ac:spMk id="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12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7:50:44.469" v="1140" actId="207"/>
          <ac:spMkLst>
            <pc:docMk/>
            <pc:sldMk cId="947592798" sldId="262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1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7:50:47.414" v="1141" actId="207"/>
          <ac:spMkLst>
            <pc:docMk/>
            <pc:sldMk cId="947592798" sldId="262"/>
            <ac:spMk id="15" creationId="{00000000-0000-0000-0000-000000000000}"/>
          </ac:spMkLst>
        </pc:spChg>
        <pc:spChg chg="mod">
          <ac:chgData name="Krishna Bajaj" userId="48089c43cf26c67d" providerId="LiveId" clId="{40737C44-AAF3-4033-B933-19F2E121A2F4}" dt="2026-02-22T17:54:06.141" v="490" actId="14100"/>
          <ac:spMkLst>
            <pc:docMk/>
            <pc:sldMk cId="947592798" sldId="262"/>
            <ac:spMk id="1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01.378" v="489" actId="2711"/>
          <ac:spMkLst>
            <pc:docMk/>
            <pc:sldMk cId="947592798" sldId="262"/>
            <ac:spMk id="17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2:04:16.837" v="681" actId="207"/>
          <ac:spMkLst>
            <pc:docMk/>
            <pc:sldMk cId="947592798" sldId="262"/>
            <ac:spMk id="18" creationId="{6C9EB11C-B012-577F-A13F-C2CB1FC0C9BA}"/>
          </ac:spMkLst>
        </pc:spChg>
      </pc:sldChg>
      <pc:sldChg chg="addSp delSp modSp new mod modTransition">
        <pc:chgData name="Krishna Bajaj" userId="48089c43cf26c67d" providerId="LiveId" clId="{40737C44-AAF3-4033-B933-19F2E121A2F4}" dt="2026-02-23T21:16:27.306" v="1281" actId="11530"/>
        <pc:sldMkLst>
          <pc:docMk/>
          <pc:sldMk cId="451008476" sldId="263"/>
        </pc:sldMkLst>
        <pc:spChg chg="mod">
          <ac:chgData name="Krishna Bajaj" userId="48089c43cf26c67d" providerId="LiveId" clId="{40737C44-AAF3-4033-B933-19F2E121A2F4}" dt="2026-02-23T19:13:52.623" v="1236" actId="1076"/>
          <ac:spMkLst>
            <pc:docMk/>
            <pc:sldMk cId="451008476" sldId="263"/>
            <ac:spMk id="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26:20.766" v="258" actId="14100"/>
          <ac:spMkLst>
            <pc:docMk/>
            <pc:sldMk cId="451008476" sldId="263"/>
            <ac:spMk id="5" creationId="{00000000-0000-0000-0000-000000000000}"/>
          </ac:spMkLst>
        </pc:spChg>
        <pc:spChg chg="mod">
          <ac:chgData name="Krishna Bajaj" userId="48089c43cf26c67d" providerId="LiveId" clId="{40737C44-AAF3-4033-B933-19F2E121A2F4}" dt="2026-02-22T17:26:49.036" v="262" actId="1076"/>
          <ac:spMkLst>
            <pc:docMk/>
            <pc:sldMk cId="451008476" sldId="263"/>
            <ac:spMk id="6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6:15.134" v="1279" actId="11530"/>
          <ac:spMkLst>
            <pc:docMk/>
            <pc:sldMk cId="451008476" sldId="263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8:43:48.120" v="604" actId="1076"/>
          <ac:spMkLst>
            <pc:docMk/>
            <pc:sldMk cId="451008476" sldId="263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14.987" v="491" actId="2711"/>
          <ac:spMkLst>
            <pc:docMk/>
            <pc:sldMk cId="451008476" sldId="263"/>
            <ac:spMk id="9" creationId="{00000000-0000-0000-0000-000000000000}"/>
          </ac:spMkLst>
        </pc:spChg>
        <pc:spChg chg="mod">
          <ac:chgData name="Krishna Bajaj" userId="48089c43cf26c67d" providerId="LiveId" clId="{40737C44-AAF3-4033-B933-19F2E121A2F4}" dt="2026-02-23T11:58:02.251" v="672" actId="20577"/>
          <ac:spMkLst>
            <pc:docMk/>
            <pc:sldMk cId="451008476" sldId="263"/>
            <ac:spMk id="10" creationId="{00000000-0000-0000-0000-000000000000}"/>
          </ac:spMkLst>
        </pc:spChg>
        <pc:spChg chg="mod">
          <ac:chgData name="Krishna Bajaj" userId="48089c43cf26c67d" providerId="LiveId" clId="{40737C44-AAF3-4033-B933-19F2E121A2F4}" dt="2026-02-22T18:44:01.049" v="605" actId="1076"/>
          <ac:spMkLst>
            <pc:docMk/>
            <pc:sldMk cId="451008476" sldId="263"/>
            <ac:spMk id="11" creationId="{00000000-0000-0000-0000-000000000000}"/>
          </ac:spMkLst>
        </pc:spChg>
        <pc:spChg chg="mod">
          <ac:chgData name="Krishna Bajaj" userId="48089c43cf26c67d" providerId="LiveId" clId="{40737C44-AAF3-4033-B933-19F2E121A2F4}" dt="2026-02-23T21:16:21.043" v="1280" actId="11530"/>
          <ac:spMkLst>
            <pc:docMk/>
            <pc:sldMk cId="451008476" sldId="263"/>
            <ac:spMk id="12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8:49:07.887" v="631" actId="1076"/>
          <ac:spMkLst>
            <pc:docMk/>
            <pc:sldMk cId="451008476" sldId="263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6:23:32.026" v="982" actId="1076"/>
          <ac:spMkLst>
            <pc:docMk/>
            <pc:sldMk cId="451008476" sldId="263"/>
            <ac:spMk id="14" creationId="{00000000-0000-0000-0000-000000000000}"/>
          </ac:spMkLst>
        </pc:spChg>
        <pc:spChg chg="mod">
          <ac:chgData name="Krishna Bajaj" userId="48089c43cf26c67d" providerId="LiveId" clId="{40737C44-AAF3-4033-B933-19F2E121A2F4}" dt="2026-02-23T16:23:40.401" v="983" actId="1076"/>
          <ac:spMkLst>
            <pc:docMk/>
            <pc:sldMk cId="451008476" sldId="263"/>
            <ac:spMk id="1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26:35.004" v="260" actId="1076"/>
          <ac:spMkLst>
            <pc:docMk/>
            <pc:sldMk cId="451008476" sldId="263"/>
            <ac:spMk id="16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21:16:27.306" v="1281" actId="11530"/>
          <ac:spMkLst>
            <pc:docMk/>
            <pc:sldMk cId="451008476" sldId="263"/>
            <ac:spMk id="1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26:30.898" v="259" actId="1076"/>
          <ac:spMkLst>
            <pc:docMk/>
            <pc:sldMk cId="451008476" sldId="263"/>
            <ac:spMk id="1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25:56.906" v="254" actId="1076"/>
          <ac:spMkLst>
            <pc:docMk/>
            <pc:sldMk cId="451008476" sldId="263"/>
            <ac:spMk id="19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4:43.032" v="495" actId="255"/>
          <ac:spMkLst>
            <pc:docMk/>
            <pc:sldMk cId="451008476" sldId="263"/>
            <ac:spMk id="20" creationId="{00000000-0000-0000-0000-000000000000}"/>
          </ac:spMkLst>
        </pc:spChg>
        <pc:spChg chg="mod">
          <ac:chgData name="Krishna Bajaj" userId="48089c43cf26c67d" providerId="LiveId" clId="{40737C44-AAF3-4033-B933-19F2E121A2F4}" dt="2026-02-23T16:23:21.709" v="981" actId="20577"/>
          <ac:spMkLst>
            <pc:docMk/>
            <pc:sldMk cId="451008476" sldId="263"/>
            <ac:spMk id="21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2:04:09.986" v="680" actId="207"/>
          <ac:spMkLst>
            <pc:docMk/>
            <pc:sldMk cId="451008476" sldId="263"/>
            <ac:spMk id="22" creationId="{9EE61270-D475-1BF7-4066-EA8A57BBB929}"/>
          </ac:spMkLst>
        </pc:spChg>
      </pc:sldChg>
      <pc:sldChg chg="addSp delSp modSp new mod modTransition">
        <pc:chgData name="Krishna Bajaj" userId="48089c43cf26c67d" providerId="LiveId" clId="{40737C44-AAF3-4033-B933-19F2E121A2F4}" dt="2026-02-24T15:44:00.919" v="1290" actId="20577"/>
        <pc:sldMkLst>
          <pc:docMk/>
          <pc:sldMk cId="3744348510" sldId="264"/>
        </pc:sldMkLst>
        <pc:spChg chg="add mod">
          <ac:chgData name="Krishna Bajaj" userId="48089c43cf26c67d" providerId="LiveId" clId="{40737C44-AAF3-4033-B933-19F2E121A2F4}" dt="2026-02-23T14:55:15.032" v="971" actId="1076"/>
          <ac:spMkLst>
            <pc:docMk/>
            <pc:sldMk cId="3744348510" sldId="264"/>
            <ac:spMk id="2" creationId="{D237DDAF-BFEF-8F79-37FF-EA74D55379C7}"/>
          </ac:spMkLst>
        </pc:spChg>
        <pc:spChg chg="add mod">
          <ac:chgData name="Krishna Bajaj" userId="48089c43cf26c67d" providerId="LiveId" clId="{40737C44-AAF3-4033-B933-19F2E121A2F4}" dt="2026-02-23T19:14:00.558" v="1237" actId="1076"/>
          <ac:spMkLst>
            <pc:docMk/>
            <pc:sldMk cId="3744348510" sldId="264"/>
            <ac:spMk id="17" creationId="{AB7A7AD3-FD1C-92E0-E429-FDA8806184EB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18" creationId="{7CA4511A-8A81-488B-7908-72386F650087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21" creationId="{5C4E19F6-D687-F1A9-F0C3-5D186D8C9301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22" creationId="{101998EF-22A9-735B-9820-358BA36431C3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23" creationId="{2EAA89CB-3ED8-ED4B-7635-BDFC68A2A19B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24" creationId="{BFF0DAF5-B8AF-2B33-66AD-81C14CF7D50E}"/>
          </ac:spMkLst>
        </pc:spChg>
        <pc:spChg chg="add mod">
          <ac:chgData name="Krishna Bajaj" userId="48089c43cf26c67d" providerId="LiveId" clId="{40737C44-AAF3-4033-B933-19F2E121A2F4}" dt="2026-02-22T17:55:31.783" v="496" actId="2711"/>
          <ac:spMkLst>
            <pc:docMk/>
            <pc:sldMk cId="3744348510" sldId="264"/>
            <ac:spMk id="25" creationId="{4B716CB8-3933-AAA5-63E3-FA27B0781804}"/>
          </ac:spMkLst>
        </pc:spChg>
        <pc:spChg chg="add mod">
          <ac:chgData name="Krishna Bajaj" userId="48089c43cf26c67d" providerId="LiveId" clId="{40737C44-AAF3-4033-B933-19F2E121A2F4}" dt="2026-02-23T19:00:43.471" v="1175" actId="20577"/>
          <ac:spMkLst>
            <pc:docMk/>
            <pc:sldMk cId="3744348510" sldId="264"/>
            <ac:spMk id="26" creationId="{B2BD52DF-4674-43E1-7EB0-EFBAB4379657}"/>
          </ac:spMkLst>
        </pc:spChg>
        <pc:spChg chg="mod">
          <ac:chgData name="Krishna Bajaj" userId="48089c43cf26c67d" providerId="LiveId" clId="{40737C44-AAF3-4033-B933-19F2E121A2F4}" dt="2026-02-23T17:51:03.842" v="1144" actId="207"/>
          <ac:spMkLst>
            <pc:docMk/>
            <pc:sldMk cId="3744348510" sldId="264"/>
            <ac:spMk id="27" creationId="{E424CEF8-7197-A256-36FE-4144496BCEF0}"/>
          </ac:spMkLst>
        </pc:spChg>
        <pc:spChg chg="add mod">
          <ac:chgData name="Krishna Bajaj" userId="48089c43cf26c67d" providerId="LiveId" clId="{40737C44-AAF3-4033-B933-19F2E121A2F4}" dt="2026-02-24T15:44:00.919" v="1290" actId="20577"/>
          <ac:spMkLst>
            <pc:docMk/>
            <pc:sldMk cId="3744348510" sldId="264"/>
            <ac:spMk id="28" creationId="{10BAC5BB-701F-150A-B519-3F3AD9E5C628}"/>
          </ac:spMkLst>
        </pc:spChg>
        <pc:spChg chg="add mod">
          <ac:chgData name="Krishna Bajaj" userId="48089c43cf26c67d" providerId="LiveId" clId="{40737C44-AAF3-4033-B933-19F2E121A2F4}" dt="2026-02-22T17:32:29.981" v="371" actId="21"/>
          <ac:spMkLst>
            <pc:docMk/>
            <pc:sldMk cId="3744348510" sldId="264"/>
            <ac:spMk id="29" creationId="{01275798-5F8B-92C9-7CEE-4477B7C24B17}"/>
          </ac:spMkLst>
        </pc:spChg>
        <pc:spChg chg="add mod ord">
          <ac:chgData name="Krishna Bajaj" userId="48089c43cf26c67d" providerId="LiveId" clId="{40737C44-AAF3-4033-B933-19F2E121A2F4}" dt="2026-02-23T12:03:57.027" v="678" actId="207"/>
          <ac:spMkLst>
            <pc:docMk/>
            <pc:sldMk cId="3744348510" sldId="264"/>
            <ac:spMk id="30" creationId="{B2D9BC50-2A09-E13C-9D2C-E9E32F2FCD9C}"/>
          </ac:spMkLst>
        </pc:spChg>
        <pc:picChg chg="add mod">
          <ac:chgData name="Krishna Bajaj" userId="48089c43cf26c67d" providerId="LiveId" clId="{40737C44-AAF3-4033-B933-19F2E121A2F4}" dt="2026-02-23T19:00:15.153" v="1165"/>
          <ac:picMkLst>
            <pc:docMk/>
            <pc:sldMk cId="3744348510" sldId="264"/>
            <ac:picMk id="3" creationId="{BF6DDADD-4E27-6563-23C0-367BFF455E05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3T19:14:11.197" v="1238" actId="1076"/>
        <pc:sldMkLst>
          <pc:docMk/>
          <pc:sldMk cId="616539225" sldId="265"/>
        </pc:sldMkLst>
        <pc:spChg chg="add">
          <ac:chgData name="Krishna Bajaj" userId="48089c43cf26c67d" providerId="LiveId" clId="{40737C44-AAF3-4033-B933-19F2E121A2F4}" dt="2026-02-23T19:05:57.850" v="1190"/>
          <ac:spMkLst>
            <pc:docMk/>
            <pc:sldMk cId="616539225" sldId="265"/>
            <ac:spMk id="2" creationId="{DF656B0F-0D56-4B19-9A7E-032B5204293C}"/>
          </ac:spMkLst>
        </pc:spChg>
        <pc:spChg chg="add mod">
          <ac:chgData name="Krishna Bajaj" userId="48089c43cf26c67d" providerId="LiveId" clId="{40737C44-AAF3-4033-B933-19F2E121A2F4}" dt="2026-02-23T19:14:11.197" v="1238" actId="1076"/>
          <ac:spMkLst>
            <pc:docMk/>
            <pc:sldMk cId="616539225" sldId="265"/>
            <ac:spMk id="5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5:46.866" v="498" actId="2711"/>
          <ac:spMkLst>
            <pc:docMk/>
            <pc:sldMk cId="616539225" sldId="265"/>
            <ac:spMk id="7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1:50:42.305" v="657" actId="20577"/>
          <ac:spMkLst>
            <pc:docMk/>
            <pc:sldMk cId="616539225" sldId="265"/>
            <ac:spMk id="8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5:46.866" v="498" actId="2711"/>
          <ac:spMkLst>
            <pc:docMk/>
            <pc:sldMk cId="616539225" sldId="265"/>
            <ac:spMk id="10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9:02:58.821" v="1189" actId="20577"/>
          <ac:spMkLst>
            <pc:docMk/>
            <pc:sldMk cId="616539225" sldId="265"/>
            <ac:spMk id="11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2T17:55:46.866" v="498" actId="2711"/>
          <ac:spMkLst>
            <pc:docMk/>
            <pc:sldMk cId="616539225" sldId="265"/>
            <ac:spMk id="13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9:06:05.271" v="1192"/>
          <ac:spMkLst>
            <pc:docMk/>
            <pc:sldMk cId="616539225" sldId="265"/>
            <ac:spMk id="14" creationId="{00000000-0000-0000-0000-000000000000}"/>
          </ac:spMkLst>
        </pc:spChg>
        <pc:spChg chg="add mod">
          <ac:chgData name="Krishna Bajaj" userId="48089c43cf26c67d" providerId="LiveId" clId="{40737C44-AAF3-4033-B933-19F2E121A2F4}" dt="2026-02-23T14:54:32.683" v="966" actId="207"/>
          <ac:spMkLst>
            <pc:docMk/>
            <pc:sldMk cId="616539225" sldId="265"/>
            <ac:spMk id="15" creationId="{00000000-0000-0000-0000-000000000000}"/>
          </ac:spMkLst>
        </pc:spChg>
        <pc:spChg chg="add mod ord">
          <ac:chgData name="Krishna Bajaj" userId="48089c43cf26c67d" providerId="LiveId" clId="{40737C44-AAF3-4033-B933-19F2E121A2F4}" dt="2026-02-23T12:03:47.956" v="677" actId="207"/>
          <ac:spMkLst>
            <pc:docMk/>
            <pc:sldMk cId="616539225" sldId="265"/>
            <ac:spMk id="17" creationId="{103334F8-41F6-405F-2DF7-4CCA002DC2B6}"/>
          </ac:spMkLst>
        </pc:spChg>
        <pc:picChg chg="add mod">
          <ac:chgData name="Krishna Bajaj" userId="48089c43cf26c67d" providerId="LiveId" clId="{40737C44-AAF3-4033-B933-19F2E121A2F4}" dt="2026-02-23T12:03:29.633" v="676" actId="1076"/>
          <ac:picMkLst>
            <pc:docMk/>
            <pc:sldMk cId="616539225" sldId="265"/>
            <ac:picMk id="4" creationId="{00000000-0000-0000-0000-000000000000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3T19:14:53.814" v="1258" actId="20577"/>
        <pc:sldMkLst>
          <pc:docMk/>
          <pc:sldMk cId="1615963353" sldId="266"/>
        </pc:sldMkLst>
        <pc:spChg chg="add mod">
          <ac:chgData name="Krishna Bajaj" userId="48089c43cf26c67d" providerId="LiveId" clId="{40737C44-AAF3-4033-B933-19F2E121A2F4}" dt="2026-02-23T19:14:20.022" v="1240" actId="1076"/>
          <ac:spMkLst>
            <pc:docMk/>
            <pc:sldMk cId="1615963353" sldId="266"/>
            <ac:spMk id="3" creationId="{85BA6C23-B306-8583-D9B4-8C20DDE6FA96}"/>
          </ac:spMkLst>
        </pc:spChg>
        <pc:spChg chg="add mod ord">
          <ac:chgData name="Krishna Bajaj" userId="48089c43cf26c67d" providerId="LiveId" clId="{40737C44-AAF3-4033-B933-19F2E121A2F4}" dt="2026-02-23T12:37:10.449" v="743"/>
          <ac:spMkLst>
            <pc:docMk/>
            <pc:sldMk cId="1615963353" sldId="266"/>
            <ac:spMk id="4" creationId="{0133DC99-1519-617F-90F1-637C7F2A00D0}"/>
          </ac:spMkLst>
        </pc:spChg>
        <pc:spChg chg="add mod">
          <ac:chgData name="Krishna Bajaj" userId="48089c43cf26c67d" providerId="LiveId" clId="{40737C44-AAF3-4033-B933-19F2E121A2F4}" dt="2026-02-23T19:14:53.814" v="1258" actId="20577"/>
          <ac:spMkLst>
            <pc:docMk/>
            <pc:sldMk cId="1615963353" sldId="266"/>
            <ac:spMk id="5" creationId="{DD061189-6622-C0CD-0B51-733E8A91CEAC}"/>
          </ac:spMkLst>
        </pc:spChg>
        <pc:spChg chg="add mod">
          <ac:chgData name="Krishna Bajaj" userId="48089c43cf26c67d" providerId="LiveId" clId="{40737C44-AAF3-4033-B933-19F2E121A2F4}" dt="2026-02-23T14:55:01.530" v="970" actId="1076"/>
          <ac:spMkLst>
            <pc:docMk/>
            <pc:sldMk cId="1615963353" sldId="266"/>
            <ac:spMk id="6" creationId="{B817B2EA-A7BD-ED52-3258-DDC30F927816}"/>
          </ac:spMkLst>
        </pc:spChg>
        <pc:picChg chg="add mod ord">
          <ac:chgData name="Krishna Bajaj" userId="48089c43cf26c67d" providerId="LiveId" clId="{40737C44-AAF3-4033-B933-19F2E121A2F4}" dt="2026-02-23T18:57:14.577" v="1155" actId="2085"/>
          <ac:picMkLst>
            <pc:docMk/>
            <pc:sldMk cId="1615963353" sldId="266"/>
            <ac:picMk id="2" creationId="{6B24083E-CB88-21E7-1C55-7F751794D2D3}"/>
          </ac:picMkLst>
        </pc:picChg>
      </pc:sldChg>
      <pc:sldChg chg="addSp delSp modSp new mod modTransition">
        <pc:chgData name="Krishna Bajaj" userId="48089c43cf26c67d" providerId="LiveId" clId="{40737C44-AAF3-4033-B933-19F2E121A2F4}" dt="2026-02-24T15:39:29.389" v="1289"/>
        <pc:sldMkLst>
          <pc:docMk/>
          <pc:sldMk cId="2135918136" sldId="267"/>
        </pc:sldMkLst>
        <pc:spChg chg="del">
          <ac:chgData name="Krishna Bajaj" userId="48089c43cf26c67d" providerId="LiveId" clId="{40737C44-AAF3-4033-B933-19F2E121A2F4}" dt="2026-02-23T18:56:11.740" v="1150" actId="478"/>
          <ac:spMkLst>
            <pc:docMk/>
            <pc:sldMk cId="2135918136" sldId="267"/>
            <ac:spMk id="2" creationId="{4F8FA43C-DE78-3FC8-2FAB-6F84FEDF8798}"/>
          </ac:spMkLst>
        </pc:spChg>
        <pc:spChg chg="del">
          <ac:chgData name="Krishna Bajaj" userId="48089c43cf26c67d" providerId="LiveId" clId="{40737C44-AAF3-4033-B933-19F2E121A2F4}" dt="2026-02-23T18:56:10.002" v="1149" actId="478"/>
          <ac:spMkLst>
            <pc:docMk/>
            <pc:sldMk cId="2135918136" sldId="267"/>
            <ac:spMk id="3" creationId="{E82776C0-5B19-6898-8F9A-B8D47F9D5BCA}"/>
          </ac:spMkLst>
        </pc:spChg>
        <pc:spChg chg="add mod ord">
          <ac:chgData name="Krishna Bajaj" userId="48089c43cf26c67d" providerId="LiveId" clId="{40737C44-AAF3-4033-B933-19F2E121A2F4}" dt="2026-02-23T18:58:58.924" v="1159" actId="207"/>
          <ac:spMkLst>
            <pc:docMk/>
            <pc:sldMk cId="2135918136" sldId="267"/>
            <ac:spMk id="5" creationId="{DAE4D9E5-2B26-2561-A39E-B709ACBFD4B9}"/>
          </ac:spMkLst>
        </pc:spChg>
        <pc:spChg chg="add mod">
          <ac:chgData name="Krishna Bajaj" userId="48089c43cf26c67d" providerId="LiveId" clId="{40737C44-AAF3-4033-B933-19F2E121A2F4}" dt="2026-02-23T19:10:50.743" v="1225" actId="20577"/>
          <ac:spMkLst>
            <pc:docMk/>
            <pc:sldMk cId="2135918136" sldId="267"/>
            <ac:spMk id="6" creationId="{23D5C062-6B1E-5A69-C44F-59E8C161C456}"/>
          </ac:spMkLst>
        </pc:spChg>
        <pc:picChg chg="add mod">
          <ac:chgData name="Krishna Bajaj" userId="48089c43cf26c67d" providerId="LiveId" clId="{40737C44-AAF3-4033-B933-19F2E121A2F4}" dt="2026-02-23T18:56:07.386" v="1148"/>
          <ac:picMkLst>
            <pc:docMk/>
            <pc:sldMk cId="2135918136" sldId="267"/>
            <ac:picMk id="4" creationId="{31D8AB9B-CD75-9B36-5512-FD98BD1603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55E4-1A55-DE3E-72EE-7C29AC466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62202-550F-0F5C-D2BE-BE83F8BD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5335-1F01-8D31-8645-13918F0C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8E49-EEDE-BFD0-65F5-F757C5B6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1FB3D-FAB5-B791-AF8E-5EBA7A1F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4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D4C2-4DF3-0E81-54DC-1AB287838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EDCB-A9F3-4E65-178E-D6E7015C5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379A8-034F-9838-4D03-EA6484DC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FDE63-D807-5015-76ED-088711BE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6E5AE-A9EB-397E-D140-3F1314D8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23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9885-39CB-0901-3026-C2940FC5F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40CB8-E6CE-6BF8-396A-08AE47574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A6BF-B679-68DF-B94A-8096E682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EF2B-FA88-0AAC-2DC7-E9E4C555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414BC-0B06-A64C-E112-00B38D85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67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CA5D-C275-4FC0-6918-EF28DF69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5BAEB-4FC3-B46B-7EEC-30AD6D0E7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F8C38-CA7D-ECBA-C5DC-0249D07A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BBE3E-54CD-A221-84EE-0E17AEB2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AE069-8B9A-141D-3D5C-BE97AD1B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21963-1A4F-B931-60AD-5E5C5E97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48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33E2-2FCE-0FBF-2115-877EB853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AF018-431A-B5DD-99A2-067A3661A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042CE-1FB1-384A-F1AD-28F41ACA2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0FD60-D01A-62DC-A301-F073D11AE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76E6D-AF1C-0919-C756-73E28A713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E462F-39CE-CF48-6487-1D4B4D1A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29428-042E-2C05-38B5-4DA9D5E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FE742-7B13-5C51-D228-5D87F88F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849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BF98-5D9E-5E04-DDDA-CF45C2FC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2A507-7692-C4EB-DBD1-67C12222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AA31D-3588-F9F8-B864-D73358B3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7B726-ABCE-B69E-0504-5E5463C9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22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F28DE-0E8E-3A99-04DD-41A92A9D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10425-EFC3-909D-4CF4-82B23F86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EF19E-12C6-471A-DB34-03A2C6D8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28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5463-11DB-9866-F5D6-F91C92B9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401A8-EC2D-D450-2D8D-21235C3C9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61854-1EED-94FA-2AA2-B9F3C40E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B9347-16BE-1B69-3D6A-8C76404A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E2A7D-5CAA-1EB9-AE62-F7EDFF1B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DBDED-04DA-17BC-0C18-5F9DB5A0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22E7-C5DA-D89B-BDAE-5CDFD3BD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913EF-39A1-C5D9-2909-17C3E7537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E08AF-5B89-B811-63B9-ADB40D93D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4B4B8-A426-664F-1686-6AB4D7202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9B390-5C61-00DD-8387-2AFAAAFE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0A051-9A80-D500-4170-43BC3B36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72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45A1-54E9-9F20-ADEF-B1A907EBE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14320-F418-15D1-6707-2951837F0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6F163-3F09-8A5D-8502-E3016F55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D61A-C999-703F-4134-E68C79DB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319CF-EA66-E561-EF02-67328963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002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3ED8A-632A-06A0-D8A4-FA5434C9A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357C5-A8E2-5A5C-FD9B-88FA948F7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1021-98E3-3534-95BB-0F0A4256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31604-594A-CEDE-2CEA-A3442C5A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A1791-F296-3B96-EA19-006DAEB8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06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5E77A-B1C0-06DB-C050-8E9F13FB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E436E-C46F-E785-6BE9-DBDF2CB75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5EAE-7ADF-0DE8-8508-2E416BDC2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C1FD6-3760-475D-89CE-1EFF064F3672}" type="datetimeFigureOut">
              <a:rPr lang="en-GB" smtClean="0"/>
              <a:t>24/02/2026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1DDCA-C65F-4C53-EFBE-2331AC1BE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FFE70-B24B-F290-8C68-324C024B9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DA9F-5509-4648-8025-8C9F08221A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47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4C26246-0FC6-2437-CFA9-C7D83A7303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ysClr val="windowText" lastClr="0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B90610F6-3431-E361-68EA-E5E94256C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9907" y="1320825"/>
            <a:ext cx="5486400" cy="54864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351979" y="61109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Growing William Grant &amp; Sons Brands</a:t>
            </a:r>
            <a:endParaRPr lang="en-US" sz="44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Shape 1"/>
          <p:cNvSpPr/>
          <p:nvPr/>
        </p:nvSpPr>
        <p:spPr>
          <a:xfrm>
            <a:off x="1241776" y="2353786"/>
            <a:ext cx="1674108" cy="426244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9" name="Text 2"/>
          <p:cNvSpPr/>
          <p:nvPr/>
        </p:nvSpPr>
        <p:spPr>
          <a:xfrm>
            <a:off x="1351979" y="2421771"/>
            <a:ext cx="1148953" cy="290274"/>
          </a:xfrm>
          <a:prstGeom prst="rect">
            <a:avLst/>
          </a:prstGeom>
          <a:solidFill>
            <a:srgbClr val="4A022B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DISTRIBUTION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3852911" y="2355232"/>
            <a:ext cx="1545643" cy="426244"/>
          </a:xfrm>
          <a:prstGeom prst="roundRect">
            <a:avLst/>
          </a:prstGeom>
          <a:solidFill>
            <a:srgbClr val="4A022B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4"/>
          <p:cNvSpPr/>
          <p:nvPr/>
        </p:nvSpPr>
        <p:spPr>
          <a:xfrm>
            <a:off x="4079650" y="2423650"/>
            <a:ext cx="80772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VISIBILITY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2" name="Shape 5"/>
          <p:cNvSpPr/>
          <p:nvPr/>
        </p:nvSpPr>
        <p:spPr>
          <a:xfrm>
            <a:off x="6591799" y="2367732"/>
            <a:ext cx="1669922" cy="426244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13" name="Text 6"/>
          <p:cNvSpPr/>
          <p:nvPr/>
        </p:nvSpPr>
        <p:spPr>
          <a:xfrm>
            <a:off x="6689907" y="2423650"/>
            <a:ext cx="10951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RATE OF SALE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26957" y="5643325"/>
            <a:ext cx="90777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Venue partners: Viajante87, Trailer Happiness and Sopwell House</a:t>
            </a:r>
            <a:endParaRPr lang="en-US" sz="1750" b="1" dirty="0">
              <a:latin typeface="Arial Black" panose="020B0A0402010202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93790" y="58247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468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9594F0D-2241-89D6-67AB-B81E1FECC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a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1674875" y="555804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The Commercial Framework</a:t>
            </a:r>
            <a:endParaRPr lang="en-US" sz="44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8825" y="1820388"/>
            <a:ext cx="4056083" cy="2395657"/>
          </a:xfrm>
          <a:prstGeom prst="roundRect">
            <a:avLst/>
          </a:prstGeom>
          <a:solidFill>
            <a:srgbClr val="4A022B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2"/>
          <p:cNvSpPr/>
          <p:nvPr/>
        </p:nvSpPr>
        <p:spPr>
          <a:xfrm>
            <a:off x="1079567" y="1994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Distribution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03523" y="254216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Placing the right brands in the right tier within the right venue. Strategic listings that respect venue identity whilst driving portfolio growth.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211452" y="2971989"/>
            <a:ext cx="4267131" cy="2395657"/>
          </a:xfrm>
          <a:prstGeom prst="roundRect">
            <a:avLst/>
          </a:prstGeom>
          <a:solidFill>
            <a:srgbClr val="4A022B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5"/>
          <p:cNvSpPr/>
          <p:nvPr/>
        </p:nvSpPr>
        <p:spPr>
          <a:xfrm>
            <a:off x="5578890" y="32092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Visibility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473652" y="380075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Menu placement, signature serves, and compelling back-bar presence. Making brands impossible to ignore at the point of decision.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565127" y="4216045"/>
            <a:ext cx="3558045" cy="2514599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12" name="Text 8"/>
          <p:cNvSpPr/>
          <p:nvPr/>
        </p:nvSpPr>
        <p:spPr>
          <a:xfrm>
            <a:off x="9400037" y="4349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Rate of Sale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007057" y="4807010"/>
            <a:ext cx="283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Building staff confidence through training, structured upselling, and strategic feature rotation that drives consistent velocity.</a:t>
            </a:r>
            <a:endParaRPr lang="en-US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275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8A70740-D007-A2A7-98F9-1582C97BD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3648618" y="218055"/>
            <a:ext cx="4317802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Understanding the Venues</a:t>
            </a:r>
            <a:endParaRPr lang="en-US" sz="28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hape 1"/>
          <p:cNvSpPr/>
          <p:nvPr/>
        </p:nvSpPr>
        <p:spPr>
          <a:xfrm>
            <a:off x="3937099" y="1173427"/>
            <a:ext cx="3247787" cy="1386721"/>
          </a:xfrm>
          <a:prstGeom prst="roundRect">
            <a:avLst/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907942" y="1262466"/>
            <a:ext cx="1799153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Viajante87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4096166" y="1560348"/>
            <a:ext cx="2929652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Latin American-inspired cocktail bar. Agave-heavy listings with premium pricing (£16–£30). Discovery-driven clientele influenced heavily by skilled bartenders.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8817449" y="3093510"/>
            <a:ext cx="3247787" cy="1386721"/>
          </a:xfrm>
          <a:prstGeom prst="roundRect">
            <a:avLst/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574070" y="3204210"/>
            <a:ext cx="1799153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Trailer Happiness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008821" y="3492259"/>
            <a:ext cx="2929652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Rum-dominant tiki venue operating at high volume. Speed rail efficiency is critical. Occasion-based drinking patterns with strong weekend performance.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096166" y="5164325"/>
            <a:ext cx="3247787" cy="1386721"/>
          </a:xfrm>
          <a:prstGeom prst="roundRect">
            <a:avLst/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907943" y="5274296"/>
            <a:ext cx="1799153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Sopwell House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342692" y="5609057"/>
            <a:ext cx="2929652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Luxury countryside hotel with spa and experiential guests. Significant banqueting opportunities within a premium margin environment.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3C1860-3E98-B8AA-FF72-0D5B5FE1F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60" y="4357357"/>
            <a:ext cx="3657540" cy="24388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490869-A677-D6D0-2E6B-CDBDF29E5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15" y="885809"/>
            <a:ext cx="3126130" cy="20802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55B2ED-75F5-B40C-842C-8C5C0F336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154" y="2817973"/>
            <a:ext cx="3585532" cy="20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2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694226D-D1BB-5007-CCF7-B7B0C2CBBF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059066" y="211642"/>
            <a:ext cx="7150894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Viajante87: Crossover &amp; Curiosity</a:t>
            </a:r>
            <a:endParaRPr lang="en-US" sz="34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940610"/>
            <a:ext cx="6019324" cy="4843463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6" name="Text 2"/>
          <p:cNvSpPr/>
          <p:nvPr/>
        </p:nvSpPr>
        <p:spPr>
          <a:xfrm>
            <a:off x="1993702" y="1304285"/>
            <a:ext cx="260056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Focus Brands</a:t>
            </a:r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993702" y="1990076"/>
            <a:ext cx="5672614" cy="111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Hendrick's Gin</a:t>
            </a:r>
            <a:endParaRPr lang="en-US" sz="135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Monkey Shoulder</a:t>
            </a:r>
            <a:endParaRPr lang="en-US" sz="135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Silent Pool Gin</a:t>
            </a:r>
            <a:endParaRPr lang="en-US" sz="135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Milagro Tequila</a:t>
            </a:r>
            <a:endParaRPr lang="en-US" sz="13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73355" y="2767266"/>
            <a:ext cx="567261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5076" y="1163256"/>
            <a:ext cx="272369" cy="27236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076" y="1361495"/>
            <a:ext cx="5769769" cy="228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5076" y="1493893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Distribution</a:t>
            </a:r>
            <a:endParaRPr lang="en-US" sz="1700" dirty="0">
              <a:latin typeface="Arial Black" panose="020B0A040201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325076" y="1897158"/>
            <a:ext cx="576976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Permanent Hendrick's listing, Monkey Shoulder in stirred section, Silent Pool as premium English gin tier.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5076" y="2687852"/>
            <a:ext cx="360859" cy="360859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076" y="2903355"/>
            <a:ext cx="5769769" cy="228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25076" y="3053135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Visibility</a:t>
            </a:r>
            <a:endParaRPr lang="en-US" sz="1700" dirty="0">
              <a:latin typeface="Arial Black" panose="020B0A0402010202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325076" y="3456400"/>
            <a:ext cx="576976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Latin-inspired Hendrick's signature serve, Monkey Shoulder Manhattan-style reinterpretation, premium gin call-out on menu.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5076" y="4212447"/>
            <a:ext cx="360859" cy="360859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076" y="4445333"/>
            <a:ext cx="5769769" cy="2286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325076" y="4612378"/>
            <a:ext cx="2167057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Rate of Sale</a:t>
            </a:r>
            <a:endParaRPr lang="en-US" sz="1700" dirty="0">
              <a:latin typeface="Arial Black" panose="020B0A04020102020204" pitchFamily="34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325076" y="5015643"/>
            <a:ext cx="576976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Staff tasting sessions, upsell scripting, and cocktail rotation to maintain freshness.</a:t>
            </a:r>
            <a:endParaRPr lang="en-US" sz="1350" dirty="0">
              <a:latin typeface="Arial Black" panose="020B0A040201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210733-1617-3A22-E77F-4D5A86E469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64" y="3160419"/>
            <a:ext cx="4304795" cy="23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1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5A145D0-858A-03C8-C913-3FE74CCACA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18" y="2361780"/>
            <a:ext cx="3793437" cy="21344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82760" y="342322"/>
            <a:ext cx="7917023" cy="1400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8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Trailer Happiness: Occasion Expansion</a:t>
            </a:r>
            <a:endParaRPr lang="en-US" sz="28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183" y="1662009"/>
            <a:ext cx="825937" cy="11169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857373" y="1827149"/>
            <a:ext cx="206478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Distribution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4857373" y="2157309"/>
            <a:ext cx="7041713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Monkey Shoulder tiki-inspired cocktail, Hendrick's tropical highball, Reyka for classic execution, Sailor Jerry within rum rotation.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183" y="2778935"/>
            <a:ext cx="825937" cy="111692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857373" y="2944074"/>
            <a:ext cx="206478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Visibility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4857373" y="3274235"/>
            <a:ext cx="7041713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One shareable Monkey Shoulder serve, seasonal Hendrick's feature, menu call-out for alternative spirit choice.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183" y="3895860"/>
            <a:ext cx="825937" cy="11169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57373" y="4061000"/>
            <a:ext cx="206478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Rate of Sale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857373" y="4391160"/>
            <a:ext cx="7041713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Weekend feature push, bartender upsell prompts, encourage to try something different moments at peak times.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83458" y="5148040"/>
            <a:ext cx="11515629" cy="45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Focus Brands:</a:t>
            </a: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 Monkey Shoulder (cocktail tier), Hendrick's Gin (premium alternative), Reyka Vodka (classics), Sailor Jerry (rum range extension).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911183" y="5739781"/>
            <a:ext cx="7987903" cy="580430"/>
          </a:xfrm>
          <a:prstGeom prst="roundRect">
            <a:avLst>
              <a:gd name="adj" fmla="val 4269"/>
            </a:avLst>
          </a:prstGeom>
          <a:solidFill>
            <a:srgbClr val="4A022B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323" y="5961594"/>
            <a:ext cx="206454" cy="1651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447917" y="5901230"/>
            <a:ext cx="7286030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If rum runs the party, Monkey Shoulder keeps it interesting.</a:t>
            </a:r>
            <a:endParaRPr lang="en-US" sz="13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21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15FA654-F959-A9A2-467B-12E2302E08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A71A0A16-0426-D97C-BC59-1CBCC2E36FA1}"/>
              </a:ext>
            </a:extLst>
          </p:cNvPr>
          <p:cNvSpPr/>
          <p:nvPr/>
        </p:nvSpPr>
        <p:spPr>
          <a:xfrm>
            <a:off x="2819955" y="364829"/>
            <a:ext cx="5165527" cy="445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Sopwell House: Premium Ladder</a:t>
            </a:r>
            <a:endParaRPr lang="en-US" sz="28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FF6A3BDD-9A14-77A9-AEC6-2273183B9FD2}"/>
              </a:ext>
            </a:extLst>
          </p:cNvPr>
          <p:cNvSpPr/>
          <p:nvPr/>
        </p:nvSpPr>
        <p:spPr>
          <a:xfrm>
            <a:off x="835303" y="2081332"/>
            <a:ext cx="17812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8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Focus Brands</a:t>
            </a:r>
            <a:endParaRPr lang="en-US" sz="28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9ECB42AF-89FB-DAE5-DA9E-61E781DCF4DA}"/>
              </a:ext>
            </a:extLst>
          </p:cNvPr>
          <p:cNvSpPr/>
          <p:nvPr/>
        </p:nvSpPr>
        <p:spPr>
          <a:xfrm>
            <a:off x="820062" y="2684265"/>
            <a:ext cx="3215521" cy="105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Glenfiddich</a:t>
            </a:r>
            <a:endParaRPr lang="en-US" sz="16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Balvenie</a:t>
            </a:r>
            <a:endParaRPr lang="en-US" sz="16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Grant's</a:t>
            </a:r>
            <a:endParaRPr lang="en-US" sz="16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The Famous Grouse</a:t>
            </a:r>
            <a:endParaRPr lang="en-US" sz="16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Hendrick's Gin</a:t>
            </a: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dirty="0">
                <a:solidFill>
                  <a:srgbClr val="DAD1E6"/>
                </a:solidFill>
                <a:latin typeface="Arial Black" panose="020B0A04020102020204" pitchFamily="34" charset="0"/>
              </a:rPr>
              <a:t>Monkey Shoulder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25BAAF28-5565-F011-8DCB-22BA1C68057F}"/>
              </a:ext>
            </a:extLst>
          </p:cNvPr>
          <p:cNvSpPr/>
          <p:nvPr/>
        </p:nvSpPr>
        <p:spPr>
          <a:xfrm>
            <a:off x="820063" y="4349234"/>
            <a:ext cx="3215521" cy="37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Covering entry, cocktail, and premium tiers within a luxury countryside setting.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pic>
        <p:nvPicPr>
          <p:cNvPr id="27" name="Image 0">
            <a:extLst>
              <a:ext uri="{FF2B5EF4-FFF2-40B4-BE49-F238E27FC236}">
                <a16:creationId xmlns:a16="http://schemas.microsoft.com/office/drawing/2014/main" id="{D8C6CAB5-08E9-9C5D-2796-9AAED7CF0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6107" y="1222913"/>
            <a:ext cx="6269831" cy="3525038"/>
          </a:xfrm>
          <a:prstGeom prst="rect">
            <a:avLst/>
          </a:prstGeom>
        </p:spPr>
      </p:pic>
      <p:sp>
        <p:nvSpPr>
          <p:cNvPr id="28" name="Shape 4">
            <a:extLst>
              <a:ext uri="{FF2B5EF4-FFF2-40B4-BE49-F238E27FC236}">
                <a16:creationId xmlns:a16="http://schemas.microsoft.com/office/drawing/2014/main" id="{805BD546-D307-919E-BDA3-0C3F2AF16E67}"/>
              </a:ext>
            </a:extLst>
          </p:cNvPr>
          <p:cNvSpPr/>
          <p:nvPr/>
        </p:nvSpPr>
        <p:spPr>
          <a:xfrm>
            <a:off x="835303" y="5491996"/>
            <a:ext cx="3218021" cy="1334095"/>
          </a:xfrm>
          <a:prstGeom prst="roundRect">
            <a:avLst>
              <a:gd name="adj" fmla="val 5483"/>
            </a:avLst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905EA76A-937F-1805-1FFA-49A876626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63" y="5491996"/>
            <a:ext cx="60960" cy="133409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BD11930E-7EB5-5F7D-F977-A55EE9B442FB}"/>
              </a:ext>
            </a:extLst>
          </p:cNvPr>
          <p:cNvSpPr/>
          <p:nvPr/>
        </p:nvSpPr>
        <p:spPr>
          <a:xfrm>
            <a:off x="1038661" y="5617726"/>
            <a:ext cx="17812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Distribution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91D9CB04-046C-FA42-0340-93B8950925F1}"/>
              </a:ext>
            </a:extLst>
          </p:cNvPr>
          <p:cNvSpPr/>
          <p:nvPr/>
        </p:nvSpPr>
        <p:spPr>
          <a:xfrm>
            <a:off x="1038661" y="5872282"/>
            <a:ext cx="2857024" cy="74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Grant's and Famous Grouse for banqueting volume. Glenfiddich 12 &amp; 15 permanently listed. Balvenie as premium upsell. Hendrick's as ritual G&amp;T serve.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6D783B04-0E3C-05D5-0F07-4AD35BF47D00}"/>
              </a:ext>
            </a:extLst>
          </p:cNvPr>
          <p:cNvSpPr/>
          <p:nvPr/>
        </p:nvSpPr>
        <p:spPr>
          <a:xfrm>
            <a:off x="4142740" y="5491996"/>
            <a:ext cx="3218140" cy="1334095"/>
          </a:xfrm>
          <a:prstGeom prst="roundRect">
            <a:avLst>
              <a:gd name="adj" fmla="val 5483"/>
            </a:avLst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D14E6C10-4679-13C9-2282-AAEEA05F7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0" y="5491996"/>
            <a:ext cx="60960" cy="1334095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2A524DA2-1B48-3B05-5D10-8FB668F99F09}"/>
              </a:ext>
            </a:extLst>
          </p:cNvPr>
          <p:cNvSpPr/>
          <p:nvPr/>
        </p:nvSpPr>
        <p:spPr>
          <a:xfrm>
            <a:off x="4346099" y="5649635"/>
            <a:ext cx="17812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Visibility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6F92A65-AA6B-61DA-B455-379C453C43AB}"/>
              </a:ext>
            </a:extLst>
          </p:cNvPr>
          <p:cNvSpPr/>
          <p:nvPr/>
        </p:nvSpPr>
        <p:spPr>
          <a:xfrm>
            <a:off x="4346099" y="5925979"/>
            <a:ext cx="2857143" cy="55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Whisky options, garden Hendrick’s events, premium whisky menu call-out, and suggested pairings.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68B370AC-BCCF-8A87-4E8F-9608C4A411F4}"/>
              </a:ext>
            </a:extLst>
          </p:cNvPr>
          <p:cNvSpPr/>
          <p:nvPr/>
        </p:nvSpPr>
        <p:spPr>
          <a:xfrm>
            <a:off x="7450297" y="5491996"/>
            <a:ext cx="3218021" cy="1334095"/>
          </a:xfrm>
          <a:prstGeom prst="roundRect">
            <a:avLst>
              <a:gd name="adj" fmla="val 5483"/>
            </a:avLst>
          </a:prstGeom>
          <a:solidFill>
            <a:srgbClr val="4A022B"/>
          </a:solidFill>
          <a:ln w="15240">
            <a:solidFill>
              <a:srgbClr val="5C4E69"/>
            </a:solidFill>
            <a:prstDash val="solid"/>
          </a:ln>
        </p:spPr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6C414EC2-9B01-F9B0-332B-5AC1DA27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057" y="5491996"/>
            <a:ext cx="60960" cy="1334095"/>
          </a:xfrm>
          <a:prstGeom prst="rect">
            <a:avLst/>
          </a:prstGeom>
        </p:spPr>
      </p:pic>
      <p:sp>
        <p:nvSpPr>
          <p:cNvPr id="38" name="Text 11">
            <a:extLst>
              <a:ext uri="{FF2B5EF4-FFF2-40B4-BE49-F238E27FC236}">
                <a16:creationId xmlns:a16="http://schemas.microsoft.com/office/drawing/2014/main" id="{3BA309CC-EDB4-FF65-F613-6EDE29B8FD0B}"/>
              </a:ext>
            </a:extLst>
          </p:cNvPr>
          <p:cNvSpPr/>
          <p:nvPr/>
        </p:nvSpPr>
        <p:spPr>
          <a:xfrm>
            <a:off x="7653655" y="5649635"/>
            <a:ext cx="178129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Rate of Sale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64C512A-E5ED-F211-F87A-D56EEF5E9332}"/>
              </a:ext>
            </a:extLst>
          </p:cNvPr>
          <p:cNvSpPr/>
          <p:nvPr/>
        </p:nvSpPr>
        <p:spPr>
          <a:xfrm>
            <a:off x="7653655" y="5925979"/>
            <a:ext cx="2857024" cy="55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Structured upsell training for front-of-house, suggested whisky pairings with dining, event package inclusion.</a:t>
            </a:r>
            <a:endParaRPr lang="en-US" sz="11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36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EB11C-B012-577F-A13F-C2CB1FC0C9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75937" y="0"/>
            <a:ext cx="4915853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Portfolio Tiering Strategy</a:t>
            </a:r>
            <a:endParaRPr lang="en-US" sz="29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5937" y="674608"/>
            <a:ext cx="1044047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A structured approach to covering multiple price points whilst protecting venue identity and driving margin growth across all three outlets.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37" y="989885"/>
            <a:ext cx="10440472" cy="477797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23597" y="1730187"/>
            <a:ext cx="2309514" cy="28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Base: Entry Tier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7923597" y="2100993"/>
            <a:ext cx="2545597" cy="192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Grant's, Famous Grouse</a:t>
            </a:r>
            <a:endParaRPr lang="en-US" sz="1450" dirty="0">
              <a:latin typeface="Arial Black" panose="020B0A040201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53683" y="3204427"/>
            <a:ext cx="2309513" cy="28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Mid: Cocktail Tier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22890" y="3575232"/>
            <a:ext cx="2340307" cy="38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Monkey Shoulder, Hendrick's</a:t>
            </a:r>
            <a:endParaRPr lang="en-US" sz="1450" dirty="0">
              <a:latin typeface="Arial Black" panose="020B0A040201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23597" y="4015323"/>
            <a:ext cx="2309514" cy="288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Core: Premium Tier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23597" y="4386127"/>
            <a:ext cx="2545597" cy="38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Glenfiddich, Balvenie, Silent Pool</a:t>
            </a:r>
            <a:endParaRPr lang="en-US" sz="1450" dirty="0">
              <a:latin typeface="Arial Black" panose="020B0A040201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75937" y="5982176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Volume Strategy</a:t>
            </a:r>
            <a:endParaRPr lang="en-US" sz="14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275937" y="6319480"/>
            <a:ext cx="5035629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Entry tier drives accessible volume through Grant's and Famous Grouse in banqueting and well placements.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688280" y="5982176"/>
            <a:ext cx="189130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Margin Strategy</a:t>
            </a:r>
            <a:endParaRPr lang="en-US" sz="14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688280" y="6319480"/>
            <a:ext cx="5540159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Premium tier delivers enhanced profitability through Glenfiddich, Balvenie, and Silent Pool in cocktail and neat serves.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221591" y="5629037"/>
            <a:ext cx="1044047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Objective:</a:t>
            </a:r>
            <a:r>
              <a:rPr lang="en-US" sz="11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 Drive volume at base. Drive margin at premium. Protect venue identity throughout every tier.</a:t>
            </a:r>
            <a:endParaRPr lang="en-US" sz="1150" dirty="0">
              <a:latin typeface="Arial Black" panose="020B0A04020102020204" pitchFamily="34" charset="0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896E0862-277F-B779-C4B8-D820601B4012}"/>
              </a:ext>
            </a:extLst>
          </p:cNvPr>
          <p:cNvSpPr/>
          <p:nvPr/>
        </p:nvSpPr>
        <p:spPr>
          <a:xfrm>
            <a:off x="0" y="485710"/>
            <a:ext cx="7951708" cy="108000"/>
          </a:xfrm>
          <a:prstGeom prst="rect">
            <a:avLst/>
          </a:prstGeom>
          <a:solidFill>
            <a:srgbClr val="4A022B">
              <a:alpha val="5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94759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EE61270-D475-1BF7-4066-EA8A57BBB9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1894581" y="131531"/>
            <a:ext cx="7250073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90-Day Implementation Plan</a:t>
            </a:r>
            <a:endParaRPr lang="en-US" sz="43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3570446"/>
            <a:ext cx="12161520" cy="45719"/>
          </a:xfrm>
          <a:prstGeom prst="roundRect">
            <a:avLst>
              <a:gd name="adj" fmla="val 109798"/>
            </a:avLst>
          </a:prstGeom>
          <a:solidFill>
            <a:srgbClr val="5C4E69"/>
          </a:solidFill>
          <a:ln/>
        </p:spPr>
      </p:sp>
      <p:sp>
        <p:nvSpPr>
          <p:cNvPr id="6" name="Shape 2"/>
          <p:cNvSpPr/>
          <p:nvPr/>
        </p:nvSpPr>
        <p:spPr>
          <a:xfrm>
            <a:off x="2153120" y="2785264"/>
            <a:ext cx="30480" cy="669250"/>
          </a:xfrm>
          <a:prstGeom prst="roundRect">
            <a:avLst>
              <a:gd name="adj" fmla="val 109798"/>
            </a:avLst>
          </a:prstGeom>
          <a:solidFill>
            <a:srgbClr val="5C4E69"/>
          </a:solidFill>
          <a:ln/>
        </p:spPr>
      </p:sp>
      <p:sp>
        <p:nvSpPr>
          <p:cNvPr id="7" name="Shape 3"/>
          <p:cNvSpPr/>
          <p:nvPr/>
        </p:nvSpPr>
        <p:spPr>
          <a:xfrm>
            <a:off x="1894581" y="3342321"/>
            <a:ext cx="501968" cy="501968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8" name="Text 4"/>
          <p:cNvSpPr/>
          <p:nvPr/>
        </p:nvSpPr>
        <p:spPr>
          <a:xfrm>
            <a:off x="1993395" y="3454514"/>
            <a:ext cx="334566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595914" y="1136095"/>
            <a:ext cx="32054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Month 1: Audit &amp; Secure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23004" y="1616155"/>
            <a:ext cx="5951220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Meet venue managers and head bartenders. Understand their needs. Review current brand listings and identify opportunities. Secure one placement per outlet to build momentum.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007742" y="3598426"/>
            <a:ext cx="30480" cy="669250"/>
          </a:xfrm>
          <a:prstGeom prst="roundRect">
            <a:avLst>
              <a:gd name="adj" fmla="val 109798"/>
            </a:avLst>
          </a:prstGeom>
          <a:solidFill>
            <a:srgbClr val="5C4E69"/>
          </a:solidFill>
          <a:ln/>
        </p:spPr>
      </p:sp>
      <p:sp>
        <p:nvSpPr>
          <p:cNvPr id="12" name="Shape 8"/>
          <p:cNvSpPr/>
          <p:nvPr/>
        </p:nvSpPr>
        <p:spPr>
          <a:xfrm>
            <a:off x="5771998" y="3286541"/>
            <a:ext cx="501968" cy="501968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13" name="Text 9"/>
          <p:cNvSpPr/>
          <p:nvPr/>
        </p:nvSpPr>
        <p:spPr>
          <a:xfrm>
            <a:off x="5855699" y="3418336"/>
            <a:ext cx="334566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183466" y="4463713"/>
            <a:ext cx="4180999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Month 2: Visibility &amp; Training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298295" y="4951780"/>
            <a:ext cx="5951339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Deliver staff tasting sessions across all three venues. Launch signature serves with point-of-sale support. Secure permanent menu listings and back-bar presence.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527798" y="2892835"/>
            <a:ext cx="30480" cy="669250"/>
          </a:xfrm>
          <a:prstGeom prst="roundRect">
            <a:avLst>
              <a:gd name="adj" fmla="val 109798"/>
            </a:avLst>
          </a:prstGeom>
          <a:solidFill>
            <a:srgbClr val="5C4E69"/>
          </a:solidFill>
          <a:ln/>
        </p:spPr>
      </p:sp>
      <p:sp>
        <p:nvSpPr>
          <p:cNvPr id="17" name="Shape 13"/>
          <p:cNvSpPr/>
          <p:nvPr/>
        </p:nvSpPr>
        <p:spPr>
          <a:xfrm>
            <a:off x="9276814" y="3311102"/>
            <a:ext cx="501968" cy="501968"/>
          </a:xfrm>
          <a:prstGeom prst="roundRect">
            <a:avLst/>
          </a:prstGeom>
          <a:solidFill>
            <a:srgbClr val="4A022B"/>
          </a:solidFill>
          <a:ln/>
        </p:spPr>
      </p:sp>
      <p:sp>
        <p:nvSpPr>
          <p:cNvPr id="18" name="Text 14"/>
          <p:cNvSpPr/>
          <p:nvPr/>
        </p:nvSpPr>
        <p:spPr>
          <a:xfrm>
            <a:off x="9360515" y="3403164"/>
            <a:ext cx="334566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465337" y="1001105"/>
            <a:ext cx="3902273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Month 3: Activation &amp; Review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894431" y="1460031"/>
            <a:ext cx="5044083" cy="106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4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Run targeted activation per venue (tasting events, menu features). Review performance data and depletion. Expand successful placements and refine approach.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63604" y="6153269"/>
            <a:ext cx="11821239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008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2D9BC50-2A09-E13C-9D2C-E9E32F2FCD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B7A7AD3-FD1C-92E0-E429-FDA8806184EB}"/>
              </a:ext>
            </a:extLst>
          </p:cNvPr>
          <p:cNvSpPr/>
          <p:nvPr/>
        </p:nvSpPr>
        <p:spPr>
          <a:xfrm>
            <a:off x="1068690" y="272238"/>
            <a:ext cx="79376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KPIs &amp; Measurement Framework</a:t>
            </a:r>
            <a:endParaRPr lang="en-US" sz="44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CA4511A-8A81-488B-7908-72386F650087}"/>
              </a:ext>
            </a:extLst>
          </p:cNvPr>
          <p:cNvSpPr/>
          <p:nvPr/>
        </p:nvSpPr>
        <p:spPr>
          <a:xfrm>
            <a:off x="135029" y="127575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1-2</a:t>
            </a:r>
            <a:endParaRPr lang="en-US" sz="5850" dirty="0">
              <a:latin typeface="Arial Black" panose="020B0A04020102020204" pitchFamily="34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BB2BCB73-6446-315E-635B-AF30F30F0B7A}"/>
              </a:ext>
            </a:extLst>
          </p:cNvPr>
          <p:cNvSpPr/>
          <p:nvPr/>
        </p:nvSpPr>
        <p:spPr>
          <a:xfrm>
            <a:off x="796659" y="2307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Menu Placements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0C712C87-2369-B246-5CCD-932042E0A691}"/>
              </a:ext>
            </a:extLst>
          </p:cNvPr>
          <p:cNvSpPr/>
          <p:nvPr/>
        </p:nvSpPr>
        <p:spPr>
          <a:xfrm>
            <a:off x="135029" y="279796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Permanent listings per outlet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C4E19F6-D687-F1A9-F0C3-5D186D8C9301}"/>
              </a:ext>
            </a:extLst>
          </p:cNvPr>
          <p:cNvSpPr/>
          <p:nvPr/>
        </p:nvSpPr>
        <p:spPr>
          <a:xfrm>
            <a:off x="3855020" y="133808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15-20%</a:t>
            </a:r>
            <a:endParaRPr lang="en-US" sz="5850" dirty="0">
              <a:latin typeface="Arial Black" panose="020B0A040201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01998EF-22A9-735B-9820-358BA36431C3}"/>
              </a:ext>
            </a:extLst>
          </p:cNvPr>
          <p:cNvSpPr/>
          <p:nvPr/>
        </p:nvSpPr>
        <p:spPr>
          <a:xfrm>
            <a:off x="4678382" y="2343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Rate of Sale Uplift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EAA89CB-3ED8-ED4B-7635-BDFC68A2A19B}"/>
              </a:ext>
            </a:extLst>
          </p:cNvPr>
          <p:cNvSpPr/>
          <p:nvPr/>
        </p:nvSpPr>
        <p:spPr>
          <a:xfrm>
            <a:off x="4016691" y="282324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Core SKU velocity increase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FF0DAF5-B8AF-2B33-66AD-81C14CF7D50E}"/>
              </a:ext>
            </a:extLst>
          </p:cNvPr>
          <p:cNvSpPr/>
          <p:nvPr/>
        </p:nvSpPr>
        <p:spPr>
          <a:xfrm>
            <a:off x="8175306" y="133808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100%</a:t>
            </a:r>
            <a:endParaRPr lang="en-US" sz="5850" dirty="0">
              <a:latin typeface="Arial Black" panose="020B0A04020102020204" pitchFamily="34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B716CB8-3933-AAA5-63E3-FA27B0781804}"/>
              </a:ext>
            </a:extLst>
          </p:cNvPr>
          <p:cNvSpPr/>
          <p:nvPr/>
        </p:nvSpPr>
        <p:spPr>
          <a:xfrm>
            <a:off x="9019234" y="2363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Team Training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B2BD52DF-4674-43E1-7EB0-EFBAB4379657}"/>
              </a:ext>
            </a:extLst>
          </p:cNvPr>
          <p:cNvSpPr/>
          <p:nvPr/>
        </p:nvSpPr>
        <p:spPr>
          <a:xfrm>
            <a:off x="8357543" y="283445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Bar staff engagement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424CEF8-7197-A256-36FE-4144496BCEF0}"/>
              </a:ext>
            </a:extLst>
          </p:cNvPr>
          <p:cNvSpPr/>
          <p:nvPr/>
        </p:nvSpPr>
        <p:spPr>
          <a:xfrm>
            <a:off x="675803" y="36712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What We'll Measure</a:t>
            </a:r>
            <a:endParaRPr lang="en-US" sz="22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0BAC5BB-701F-150A-B519-3F3AD9E5C628}"/>
              </a:ext>
            </a:extLst>
          </p:cNvPr>
          <p:cNvSpPr/>
          <p:nvPr/>
        </p:nvSpPr>
        <p:spPr>
          <a:xfrm>
            <a:off x="135029" y="4195524"/>
            <a:ext cx="4977745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Customer feedback</a:t>
            </a:r>
            <a:endParaRPr lang="en-US" sz="175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Menu presence and positioning</a:t>
            </a:r>
            <a:endParaRPr lang="en-US" sz="175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Staff confidence and advocacy levels</a:t>
            </a:r>
            <a:endParaRPr lang="en-US" sz="175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Additional portfolio adoption per site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01275798-5F8B-92C9-7CEE-4477B7C24B17}"/>
              </a:ext>
            </a:extLst>
          </p:cNvPr>
          <p:cNvSpPr/>
          <p:nvPr/>
        </p:nvSpPr>
        <p:spPr>
          <a:xfrm>
            <a:off x="-141922" y="3180786"/>
            <a:ext cx="8357543" cy="166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D237DDAF-BFEF-8F79-37FF-EA74D55379C7}"/>
              </a:ext>
            </a:extLst>
          </p:cNvPr>
          <p:cNvSpPr/>
          <p:nvPr/>
        </p:nvSpPr>
        <p:spPr>
          <a:xfrm>
            <a:off x="0" y="6507588"/>
            <a:ext cx="7951708" cy="108000"/>
          </a:xfrm>
          <a:prstGeom prst="rect">
            <a:avLst/>
          </a:prstGeom>
          <a:solidFill>
            <a:srgbClr val="4A022B">
              <a:alpha val="5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44348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03334F8-41F6-405F-2DF7-4CCA002DC2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 Black" panose="020B0A04020102020204" pitchFamily="34" charset="0"/>
            </a:endParaRPr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1079"/>
            <a:ext cx="5486400" cy="5486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718851" y="372231"/>
            <a:ext cx="5535097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Expected Commercial Impact</a:t>
            </a:r>
            <a:endParaRPr lang="en-US" sz="335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2" y="1234659"/>
            <a:ext cx="511016" cy="1143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656661" y="1404919"/>
            <a:ext cx="2129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Short-Term Gains</a:t>
            </a:r>
            <a:endParaRPr lang="en-US" sz="1650" dirty="0">
              <a:latin typeface="Arial Black" panose="020B0A04020102020204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4656661" y="1747819"/>
            <a:ext cx="7312819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Increased Hendrick's and Monkey Shoulder visibility across all three venues. Immediate volume growth via Grant's and Famous Grouse in banqueting and well placements.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80" y="2523154"/>
            <a:ext cx="511016" cy="11430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912169" y="2693413"/>
            <a:ext cx="2129433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Medium-Term Growth</a:t>
            </a:r>
            <a:endParaRPr lang="en-US" sz="1650" dirty="0">
              <a:latin typeface="Arial Black" panose="020B0A04020102020204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4912169" y="3036313"/>
            <a:ext cx="7057311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Premium trade-up into Glenfiddich and Balvenie as staff confidence builds. Stronger multi-tier presence delivering balanced portfolio representation and improved margin mix.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788" y="3811648"/>
            <a:ext cx="511016" cy="11430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167678" y="3981908"/>
            <a:ext cx="2235279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Long-Term Partnership</a:t>
            </a:r>
            <a:endParaRPr lang="en-US" sz="1650" dirty="0">
              <a:latin typeface="Arial Black" panose="020B0A04020102020204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167678" y="4324808"/>
            <a:ext cx="6801803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Arial Black" panose="020B0A04020102020204" pitchFamily="34" charset="0"/>
                <a:ea typeface="Fira Sans" pitchFamily="34" charset="-122"/>
                <a:cs typeface="Fira Sans" pitchFamily="34" charset="-120"/>
              </a:rPr>
              <a:t>Sustainable rate of sale driven by trained staff and embedded brand advocacy. Balanced portfolio dominance with profitable share growth across all price points. Portfolio becomes default supplier choice</a:t>
            </a:r>
            <a:endParaRPr lang="en-US" sz="1300" dirty="0">
              <a:latin typeface="Arial Black" panose="020B0A04020102020204" pitchFamily="34" charset="0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017772" y="5201191"/>
            <a:ext cx="7951708" cy="108000"/>
          </a:xfrm>
          <a:prstGeom prst="rect">
            <a:avLst/>
          </a:prstGeom>
          <a:solidFill>
            <a:srgbClr val="4A022B">
              <a:alpha val="5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616539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33DC99-1519-617F-90F1-637C7F2A00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A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b="1" dirty="0">
                <a:solidFill>
                  <a:srgbClr val="F94CAF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Growing William Grant &amp; Sons Brands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6B24083E-CB88-21E7-1C55-7F751794D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1079"/>
            <a:ext cx="5486400" cy="5486400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A6C23-B306-8583-D9B4-8C20DDE6FA96}"/>
              </a:ext>
            </a:extLst>
          </p:cNvPr>
          <p:cNvSpPr txBox="1"/>
          <p:nvPr/>
        </p:nvSpPr>
        <p:spPr>
          <a:xfrm>
            <a:off x="1179871" y="382633"/>
            <a:ext cx="9491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B3603A"/>
                </a:solidFill>
                <a:latin typeface="Arial Black" panose="020B0A04020102020204" pitchFamily="34" charset="0"/>
                <a:ea typeface="Inconsolata Bold" pitchFamily="34" charset="-122"/>
                <a:cs typeface="Inconsolata Bold" pitchFamily="34" charset="-120"/>
              </a:rPr>
              <a:t>Some more ideas, because I am a Rare Character</a:t>
            </a:r>
            <a:endParaRPr lang="en-US" sz="2400" dirty="0">
              <a:solidFill>
                <a:srgbClr val="B3603A"/>
              </a:solidFill>
              <a:latin typeface="Arial Black" panose="020B0A04020102020204" pitchFamily="34" charset="0"/>
            </a:endParaRPr>
          </a:p>
          <a:p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61189-6622-C0CD-0B51-733E8A91CEAC}"/>
              </a:ext>
            </a:extLst>
          </p:cNvPr>
          <p:cNvSpPr txBox="1"/>
          <p:nvPr/>
        </p:nvSpPr>
        <p:spPr>
          <a:xfrm>
            <a:off x="5590309" y="1710850"/>
            <a:ext cx="58189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Collaborate with influencers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Volume Discounts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Engraved bottles (hotel)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Promotional offers on tables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Bartender </a:t>
            </a:r>
            <a:r>
              <a:rPr lang="en-IN" b="1">
                <a:solidFill>
                  <a:schemeClr val="bg1"/>
                </a:solidFill>
              </a:rPr>
              <a:t>competition 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Souvenir for guests (hotel)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 </a:t>
            </a:r>
          </a:p>
          <a:p>
            <a:br>
              <a:rPr lang="en-IN" b="1" dirty="0">
                <a:solidFill>
                  <a:schemeClr val="bg1"/>
                </a:solidFill>
              </a:rPr>
            </a:br>
            <a:endParaRPr lang="en-IN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817B2EA-A7BD-ED52-3258-DDC30F927816}"/>
              </a:ext>
            </a:extLst>
          </p:cNvPr>
          <p:cNvSpPr/>
          <p:nvPr/>
        </p:nvSpPr>
        <p:spPr>
          <a:xfrm>
            <a:off x="0" y="6548739"/>
            <a:ext cx="7951708" cy="108000"/>
          </a:xfrm>
          <a:prstGeom prst="rect">
            <a:avLst/>
          </a:prstGeom>
          <a:solidFill>
            <a:srgbClr val="4A022B">
              <a:alpha val="50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61596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E4D9E5-2B26-2561-A39E-B709ACBFD4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193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B3603A"/>
              </a:solidFill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31D8AB9B-CD75-9B36-5512-FD98BD160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61079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D5C062-6B1E-5A69-C44F-59E8C161C456}"/>
              </a:ext>
            </a:extLst>
          </p:cNvPr>
          <p:cNvSpPr txBox="1"/>
          <p:nvPr/>
        </p:nvSpPr>
        <p:spPr>
          <a:xfrm>
            <a:off x="5702710" y="1986116"/>
            <a:ext cx="6164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rgbClr val="B3603A"/>
                </a:solidFill>
                <a:latin typeface="Arial Black" panose="020B0A04020102020204" pitchFamily="34" charset="0"/>
              </a:rPr>
              <a:t>Thank you!</a:t>
            </a:r>
          </a:p>
          <a:p>
            <a:r>
              <a:rPr lang="en-IN" sz="5400" dirty="0">
                <a:solidFill>
                  <a:srgbClr val="B3603A"/>
                </a:solidFill>
                <a:latin typeface="Arial Black" panose="020B0A04020102020204" pitchFamily="34" charset="0"/>
              </a:rPr>
              <a:t>Any Questions?</a:t>
            </a:r>
            <a:endParaRPr lang="en-GB" sz="5400" dirty="0">
              <a:solidFill>
                <a:srgbClr val="B3603A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918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823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Bajaj</dc:creator>
  <cp:lastModifiedBy>Krishna Bajaj</cp:lastModifiedBy>
  <cp:revision>1</cp:revision>
  <dcterms:created xsi:type="dcterms:W3CDTF">2026-02-22T17:10:36Z</dcterms:created>
  <dcterms:modified xsi:type="dcterms:W3CDTF">2026-02-24T16:38:14Z</dcterms:modified>
</cp:coreProperties>
</file>